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7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40C40-EB0A-463D-AC58-639104224885}" v="13" dt="2025-12-22T17:30:1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Gorle" userId="ccc3b426e83772cb" providerId="LiveId" clId="{86BFD699-6219-4452-9199-CE58DB54151C}"/>
    <pc:docChg chg="undo custSel addSld delSld modSld sldOrd">
      <pc:chgData name="Ramesh Gorle" userId="ccc3b426e83772cb" providerId="LiveId" clId="{86BFD699-6219-4452-9199-CE58DB54151C}" dt="2025-12-22T17:35:23.389" v="716" actId="26606"/>
      <pc:docMkLst>
        <pc:docMk/>
      </pc:docMkLst>
      <pc:sldChg chg="addSp modSp mod setBg">
        <pc:chgData name="Ramesh Gorle" userId="ccc3b426e83772cb" providerId="LiveId" clId="{86BFD699-6219-4452-9199-CE58DB54151C}" dt="2025-12-22T17:35:23.389" v="716" actId="26606"/>
        <pc:sldMkLst>
          <pc:docMk/>
          <pc:sldMk cId="2562456760" sldId="257"/>
        </pc:sldMkLst>
        <pc:spChg chg="mod">
          <ac:chgData name="Ramesh Gorle" userId="ccc3b426e83772cb" providerId="LiveId" clId="{86BFD699-6219-4452-9199-CE58DB54151C}" dt="2025-12-22T17:35:23.389" v="716" actId="26606"/>
          <ac:spMkLst>
            <pc:docMk/>
            <pc:sldMk cId="2562456760" sldId="257"/>
            <ac:spMk id="2" creationId="{ABBAD9E6-14A2-0ADA-874B-7B60B3F683C9}"/>
          </ac:spMkLst>
        </pc:spChg>
        <pc:spChg chg="mod">
          <ac:chgData name="Ramesh Gorle" userId="ccc3b426e83772cb" providerId="LiveId" clId="{86BFD699-6219-4452-9199-CE58DB54151C}" dt="2025-12-22T17:35:23.389" v="716" actId="26606"/>
          <ac:spMkLst>
            <pc:docMk/>
            <pc:sldMk cId="2562456760" sldId="257"/>
            <ac:spMk id="3" creationId="{80401589-C1B9-7F6B-B4AE-957A60EDAEF5}"/>
          </ac:spMkLst>
        </pc:spChg>
        <pc:spChg chg="add">
          <ac:chgData name="Ramesh Gorle" userId="ccc3b426e83772cb" providerId="LiveId" clId="{86BFD699-6219-4452-9199-CE58DB54151C}" dt="2025-12-22T17:35:23.389" v="716" actId="26606"/>
          <ac:spMkLst>
            <pc:docMk/>
            <pc:sldMk cId="2562456760" sldId="257"/>
            <ac:spMk id="10" creationId="{23C7736A-5A08-4021-9AB6-390DFF506AA8}"/>
          </ac:spMkLst>
        </pc:spChg>
        <pc:spChg chg="add">
          <ac:chgData name="Ramesh Gorle" userId="ccc3b426e83772cb" providerId="LiveId" clId="{86BFD699-6219-4452-9199-CE58DB54151C}" dt="2025-12-22T17:35:23.389" v="716" actId="26606"/>
          <ac:spMkLst>
            <pc:docMk/>
            <pc:sldMk cId="2562456760" sldId="257"/>
            <ac:spMk id="12" creationId="{433DF4D3-8A35-461A-ABE0-F56B78A1371F}"/>
          </ac:spMkLst>
        </pc:spChg>
        <pc:picChg chg="add mod ord">
          <ac:chgData name="Ramesh Gorle" userId="ccc3b426e83772cb" providerId="LiveId" clId="{86BFD699-6219-4452-9199-CE58DB54151C}" dt="2025-12-22T17:35:23.389" v="716" actId="26606"/>
          <ac:picMkLst>
            <pc:docMk/>
            <pc:sldMk cId="2562456760" sldId="257"/>
            <ac:picMk id="5" creationId="{CC8F8025-DBBA-9417-F82B-8EEF6C3F51A4}"/>
          </ac:picMkLst>
        </pc:picChg>
      </pc:sldChg>
      <pc:sldChg chg="addSp modSp add del mod setBg">
        <pc:chgData name="Ramesh Gorle" userId="ccc3b426e83772cb" providerId="LiveId" clId="{86BFD699-6219-4452-9199-CE58DB54151C}" dt="2025-12-22T17:32:25.983" v="712" actId="26606"/>
        <pc:sldMkLst>
          <pc:docMk/>
          <pc:sldMk cId="2464542493" sldId="258"/>
        </pc:sldMkLst>
        <pc:spChg chg="mod">
          <ac:chgData name="Ramesh Gorle" userId="ccc3b426e83772cb" providerId="LiveId" clId="{86BFD699-6219-4452-9199-CE58DB54151C}" dt="2025-12-22T17:32:25.983" v="712" actId="26606"/>
          <ac:spMkLst>
            <pc:docMk/>
            <pc:sldMk cId="2464542493" sldId="258"/>
            <ac:spMk id="2" creationId="{3B64D1F5-ED85-09B5-CD8A-FCBA93F282B6}"/>
          </ac:spMkLst>
        </pc:spChg>
        <pc:spChg chg="mod">
          <ac:chgData name="Ramesh Gorle" userId="ccc3b426e83772cb" providerId="LiveId" clId="{86BFD699-6219-4452-9199-CE58DB54151C}" dt="2025-12-22T17:32:25.983" v="712" actId="26606"/>
          <ac:spMkLst>
            <pc:docMk/>
            <pc:sldMk cId="2464542493" sldId="258"/>
            <ac:spMk id="3" creationId="{70079B95-EE7A-4B5E-5A80-561A6B1A2EE2}"/>
          </ac:spMkLst>
        </pc:spChg>
        <pc:spChg chg="add">
          <ac:chgData name="Ramesh Gorle" userId="ccc3b426e83772cb" providerId="LiveId" clId="{86BFD699-6219-4452-9199-CE58DB54151C}" dt="2025-12-22T17:32:25.983" v="712" actId="26606"/>
          <ac:spMkLst>
            <pc:docMk/>
            <pc:sldMk cId="2464542493" sldId="258"/>
            <ac:spMk id="10" creationId="{23C7736A-5A08-4021-9AB6-390DFF506AA8}"/>
          </ac:spMkLst>
        </pc:spChg>
        <pc:spChg chg="add">
          <ac:chgData name="Ramesh Gorle" userId="ccc3b426e83772cb" providerId="LiveId" clId="{86BFD699-6219-4452-9199-CE58DB54151C}" dt="2025-12-22T17:32:25.983" v="712" actId="26606"/>
          <ac:spMkLst>
            <pc:docMk/>
            <pc:sldMk cId="2464542493" sldId="258"/>
            <ac:spMk id="12" creationId="{433DF4D3-8A35-461A-ABE0-F56B78A1371F}"/>
          </ac:spMkLst>
        </pc:spChg>
        <pc:picChg chg="add mod ord">
          <ac:chgData name="Ramesh Gorle" userId="ccc3b426e83772cb" providerId="LiveId" clId="{86BFD699-6219-4452-9199-CE58DB54151C}" dt="2025-12-22T17:32:25.983" v="712" actId="26606"/>
          <ac:picMkLst>
            <pc:docMk/>
            <pc:sldMk cId="2464542493" sldId="258"/>
            <ac:picMk id="5" creationId="{F004AE37-8022-3C5E-463A-65296DD0C3BC}"/>
          </ac:picMkLst>
        </pc:picChg>
      </pc:sldChg>
      <pc:sldChg chg="addSp modSp mod setBg">
        <pc:chgData name="Ramesh Gorle" userId="ccc3b426e83772cb" providerId="LiveId" clId="{86BFD699-6219-4452-9199-CE58DB54151C}" dt="2025-12-22T17:33:02.907" v="713" actId="26606"/>
        <pc:sldMkLst>
          <pc:docMk/>
          <pc:sldMk cId="2564636042" sldId="259"/>
        </pc:sldMkLst>
        <pc:spChg chg="mod">
          <ac:chgData name="Ramesh Gorle" userId="ccc3b426e83772cb" providerId="LiveId" clId="{86BFD699-6219-4452-9199-CE58DB54151C}" dt="2025-12-22T17:33:02.907" v="713" actId="26606"/>
          <ac:spMkLst>
            <pc:docMk/>
            <pc:sldMk cId="2564636042" sldId="259"/>
            <ac:spMk id="2" creationId="{27E4528B-8544-D571-007F-ED9B4CFF2C03}"/>
          </ac:spMkLst>
        </pc:spChg>
        <pc:spChg chg="mod">
          <ac:chgData name="Ramesh Gorle" userId="ccc3b426e83772cb" providerId="LiveId" clId="{86BFD699-6219-4452-9199-CE58DB54151C}" dt="2025-12-22T17:33:02.907" v="713" actId="26606"/>
          <ac:spMkLst>
            <pc:docMk/>
            <pc:sldMk cId="2564636042" sldId="259"/>
            <ac:spMk id="3" creationId="{CC30AD54-90F2-F628-66DC-7FA320037710}"/>
          </ac:spMkLst>
        </pc:spChg>
        <pc:picChg chg="add mod">
          <ac:chgData name="Ramesh Gorle" userId="ccc3b426e83772cb" providerId="LiveId" clId="{86BFD699-6219-4452-9199-CE58DB54151C}" dt="2025-12-22T17:33:02.907" v="713" actId="26606"/>
          <ac:picMkLst>
            <pc:docMk/>
            <pc:sldMk cId="2564636042" sldId="259"/>
            <ac:picMk id="5" creationId="{C73D2C6A-7070-0DB0-BC7C-2B357A63F9FF}"/>
          </ac:picMkLst>
        </pc:picChg>
      </pc:sldChg>
      <pc:sldChg chg="addSp modSp mod setBg">
        <pc:chgData name="Ramesh Gorle" userId="ccc3b426e83772cb" providerId="LiveId" clId="{86BFD699-6219-4452-9199-CE58DB54151C}" dt="2025-12-22T17:33:15.996" v="714" actId="26606"/>
        <pc:sldMkLst>
          <pc:docMk/>
          <pc:sldMk cId="2403840268" sldId="260"/>
        </pc:sldMkLst>
        <pc:spChg chg="mod">
          <ac:chgData name="Ramesh Gorle" userId="ccc3b426e83772cb" providerId="LiveId" clId="{86BFD699-6219-4452-9199-CE58DB54151C}" dt="2025-12-22T17:33:15.996" v="714" actId="26606"/>
          <ac:spMkLst>
            <pc:docMk/>
            <pc:sldMk cId="2403840268" sldId="260"/>
            <ac:spMk id="2" creationId="{FD678BDD-EB2C-1AE8-DB88-3DF71813ACDC}"/>
          </ac:spMkLst>
        </pc:spChg>
        <pc:spChg chg="mod">
          <ac:chgData name="Ramesh Gorle" userId="ccc3b426e83772cb" providerId="LiveId" clId="{86BFD699-6219-4452-9199-CE58DB54151C}" dt="2025-12-22T17:33:15.996" v="714" actId="26606"/>
          <ac:spMkLst>
            <pc:docMk/>
            <pc:sldMk cId="2403840268" sldId="260"/>
            <ac:spMk id="3" creationId="{19F9199D-A673-A3BC-DC7D-03AD772BB6B6}"/>
          </ac:spMkLst>
        </pc:spChg>
        <pc:spChg chg="add">
          <ac:chgData name="Ramesh Gorle" userId="ccc3b426e83772cb" providerId="LiveId" clId="{86BFD699-6219-4452-9199-CE58DB54151C}" dt="2025-12-22T17:33:15.996" v="714" actId="26606"/>
          <ac:spMkLst>
            <pc:docMk/>
            <pc:sldMk cId="2403840268" sldId="260"/>
            <ac:spMk id="10" creationId="{2B258D2B-6AC3-4B3A-A87C-FD7E6517826E}"/>
          </ac:spMkLst>
        </pc:spChg>
        <pc:spChg chg="add">
          <ac:chgData name="Ramesh Gorle" userId="ccc3b426e83772cb" providerId="LiveId" clId="{86BFD699-6219-4452-9199-CE58DB54151C}" dt="2025-12-22T17:33:15.996" v="714" actId="26606"/>
          <ac:spMkLst>
            <pc:docMk/>
            <pc:sldMk cId="2403840268" sldId="260"/>
            <ac:spMk id="12" creationId="{8D55DD8B-9BF9-4B91-A22D-2D3F2AEFF189}"/>
          </ac:spMkLst>
        </pc:spChg>
        <pc:picChg chg="add mod ord">
          <ac:chgData name="Ramesh Gorle" userId="ccc3b426e83772cb" providerId="LiveId" clId="{86BFD699-6219-4452-9199-CE58DB54151C}" dt="2025-12-22T17:33:15.996" v="714" actId="26606"/>
          <ac:picMkLst>
            <pc:docMk/>
            <pc:sldMk cId="2403840268" sldId="260"/>
            <ac:picMk id="5" creationId="{A7D636CB-7776-83A3-249A-AE6D2336D326}"/>
          </ac:picMkLst>
        </pc:picChg>
      </pc:sldChg>
      <pc:sldChg chg="modSp mod">
        <pc:chgData name="Ramesh Gorle" userId="ccc3b426e83772cb" providerId="LiveId" clId="{86BFD699-6219-4452-9199-CE58DB54151C}" dt="2025-12-22T17:12:35.945" v="589" actId="20577"/>
        <pc:sldMkLst>
          <pc:docMk/>
          <pc:sldMk cId="3097774569" sldId="261"/>
        </pc:sldMkLst>
        <pc:spChg chg="mod">
          <ac:chgData name="Ramesh Gorle" userId="ccc3b426e83772cb" providerId="LiveId" clId="{86BFD699-6219-4452-9199-CE58DB54151C}" dt="2025-12-22T17:12:35.945" v="589" actId="20577"/>
          <ac:spMkLst>
            <pc:docMk/>
            <pc:sldMk cId="3097774569" sldId="261"/>
            <ac:spMk id="3" creationId="{BFEE8D98-2575-4ACB-051D-4C945D664857}"/>
          </ac:spMkLst>
        </pc:spChg>
      </pc:sldChg>
      <pc:sldChg chg="addSp modSp mod setBg">
        <pc:chgData name="Ramesh Gorle" userId="ccc3b426e83772cb" providerId="LiveId" clId="{86BFD699-6219-4452-9199-CE58DB54151C}" dt="2025-12-22T17:33:53.327" v="715" actId="26606"/>
        <pc:sldMkLst>
          <pc:docMk/>
          <pc:sldMk cId="3546647678" sldId="262"/>
        </pc:sldMkLst>
        <pc:spChg chg="mod">
          <ac:chgData name="Ramesh Gorle" userId="ccc3b426e83772cb" providerId="LiveId" clId="{86BFD699-6219-4452-9199-CE58DB54151C}" dt="2025-12-22T17:33:53.327" v="715" actId="26606"/>
          <ac:spMkLst>
            <pc:docMk/>
            <pc:sldMk cId="3546647678" sldId="262"/>
            <ac:spMk id="2" creationId="{4E9235A4-17C1-1E52-64AE-D5989EE8432C}"/>
          </ac:spMkLst>
        </pc:spChg>
        <pc:spChg chg="mod">
          <ac:chgData name="Ramesh Gorle" userId="ccc3b426e83772cb" providerId="LiveId" clId="{86BFD699-6219-4452-9199-CE58DB54151C}" dt="2025-12-22T17:33:53.327" v="715" actId="26606"/>
          <ac:spMkLst>
            <pc:docMk/>
            <pc:sldMk cId="3546647678" sldId="262"/>
            <ac:spMk id="3" creationId="{DF084645-F5FD-D42D-E1F8-043AFCE1F95B}"/>
          </ac:spMkLst>
        </pc:spChg>
        <pc:spChg chg="add">
          <ac:chgData name="Ramesh Gorle" userId="ccc3b426e83772cb" providerId="LiveId" clId="{86BFD699-6219-4452-9199-CE58DB54151C}" dt="2025-12-22T17:33:53.327" v="715" actId="26606"/>
          <ac:spMkLst>
            <pc:docMk/>
            <pc:sldMk cId="3546647678" sldId="262"/>
            <ac:spMk id="10" creationId="{23C7736A-5A08-4021-9AB6-390DFF506AA8}"/>
          </ac:spMkLst>
        </pc:spChg>
        <pc:spChg chg="add">
          <ac:chgData name="Ramesh Gorle" userId="ccc3b426e83772cb" providerId="LiveId" clId="{86BFD699-6219-4452-9199-CE58DB54151C}" dt="2025-12-22T17:33:53.327" v="715" actId="26606"/>
          <ac:spMkLst>
            <pc:docMk/>
            <pc:sldMk cId="3546647678" sldId="262"/>
            <ac:spMk id="12" creationId="{433DF4D3-8A35-461A-ABE0-F56B78A1371F}"/>
          </ac:spMkLst>
        </pc:spChg>
        <pc:picChg chg="add mod ord">
          <ac:chgData name="Ramesh Gorle" userId="ccc3b426e83772cb" providerId="LiveId" clId="{86BFD699-6219-4452-9199-CE58DB54151C}" dt="2025-12-22T17:33:53.327" v="715" actId="26606"/>
          <ac:picMkLst>
            <pc:docMk/>
            <pc:sldMk cId="3546647678" sldId="262"/>
            <ac:picMk id="5" creationId="{50DA533D-C892-EEB7-4D09-1521E19D6B1C}"/>
          </ac:picMkLst>
        </pc:picChg>
      </pc:sldChg>
      <pc:sldChg chg="addSp modSp mod ord">
        <pc:chgData name="Ramesh Gorle" userId="ccc3b426e83772cb" providerId="LiveId" clId="{86BFD699-6219-4452-9199-CE58DB54151C}" dt="2025-12-22T17:30:52.281" v="711" actId="1076"/>
        <pc:sldMkLst>
          <pc:docMk/>
          <pc:sldMk cId="282753963" sldId="263"/>
        </pc:sldMkLst>
        <pc:spChg chg="mod">
          <ac:chgData name="Ramesh Gorle" userId="ccc3b426e83772cb" providerId="LiveId" clId="{86BFD699-6219-4452-9199-CE58DB54151C}" dt="2025-12-22T17:14:11.462" v="592" actId="2711"/>
          <ac:spMkLst>
            <pc:docMk/>
            <pc:sldMk cId="282753963" sldId="263"/>
            <ac:spMk id="3" creationId="{A1D47757-D1E9-857C-8A50-558685C28249}"/>
          </ac:spMkLst>
        </pc:spChg>
        <pc:picChg chg="add mod">
          <ac:chgData name="Ramesh Gorle" userId="ccc3b426e83772cb" providerId="LiveId" clId="{86BFD699-6219-4452-9199-CE58DB54151C}" dt="2025-12-22T17:30:52.281" v="711" actId="1076"/>
          <ac:picMkLst>
            <pc:docMk/>
            <pc:sldMk cId="282753963" sldId="263"/>
            <ac:picMk id="4" creationId="{E6EA11E1-4A75-4B20-3E69-E171C9693EF5}"/>
          </ac:picMkLst>
        </pc:picChg>
      </pc:sldChg>
      <pc:sldChg chg="modSp add del mod">
        <pc:chgData name="Ramesh Gorle" userId="ccc3b426e83772cb" providerId="LiveId" clId="{86BFD699-6219-4452-9199-CE58DB54151C}" dt="2025-12-22T17:15:06.357" v="598" actId="20577"/>
        <pc:sldMkLst>
          <pc:docMk/>
          <pc:sldMk cId="1594895689" sldId="265"/>
        </pc:sldMkLst>
        <pc:spChg chg="mod">
          <ac:chgData name="Ramesh Gorle" userId="ccc3b426e83772cb" providerId="LiveId" clId="{86BFD699-6219-4452-9199-CE58DB54151C}" dt="2025-12-22T17:15:06.357" v="598" actId="20577"/>
          <ac:spMkLst>
            <pc:docMk/>
            <pc:sldMk cId="1594895689" sldId="265"/>
            <ac:spMk id="3" creationId="{BD71E512-31F7-AF66-3372-039366108759}"/>
          </ac:spMkLst>
        </pc:spChg>
      </pc:sldChg>
      <pc:sldChg chg="addSp delSp modSp new del mod setBg modClrScheme chgLayout">
        <pc:chgData name="Ramesh Gorle" userId="ccc3b426e83772cb" providerId="LiveId" clId="{86BFD699-6219-4452-9199-CE58DB54151C}" dt="2025-12-22T15:55:37.136" v="67" actId="47"/>
        <pc:sldMkLst>
          <pc:docMk/>
          <pc:sldMk cId="760599766" sldId="266"/>
        </pc:sldMkLst>
        <pc:spChg chg="del">
          <ac:chgData name="Ramesh Gorle" userId="ccc3b426e83772cb" providerId="LiveId" clId="{86BFD699-6219-4452-9199-CE58DB54151C}" dt="2025-12-22T15:53:42.041" v="16" actId="700"/>
          <ac:spMkLst>
            <pc:docMk/>
            <pc:sldMk cId="760599766" sldId="266"/>
            <ac:spMk id="2" creationId="{F091B691-681A-EA5C-6397-01D8470FCFDB}"/>
          </ac:spMkLst>
        </pc:spChg>
        <pc:spChg chg="del">
          <ac:chgData name="Ramesh Gorle" userId="ccc3b426e83772cb" providerId="LiveId" clId="{86BFD699-6219-4452-9199-CE58DB54151C}" dt="2025-12-22T15:53:42.041" v="16" actId="700"/>
          <ac:spMkLst>
            <pc:docMk/>
            <pc:sldMk cId="760599766" sldId="266"/>
            <ac:spMk id="3" creationId="{13D3FEF5-0440-7B1E-6FEB-6EDE767EB884}"/>
          </ac:spMkLst>
        </pc:spChg>
        <pc:spChg chg="add mod">
          <ac:chgData name="Ramesh Gorle" userId="ccc3b426e83772cb" providerId="LiveId" clId="{86BFD699-6219-4452-9199-CE58DB54151C}" dt="2025-12-22T15:55:20.931" v="64" actId="20577"/>
          <ac:spMkLst>
            <pc:docMk/>
            <pc:sldMk cId="760599766" sldId="266"/>
            <ac:spMk id="4" creationId="{9F53821A-5D89-5762-2B1B-D7C47342412F}"/>
          </ac:spMkLst>
        </pc:spChg>
        <pc:spChg chg="add mod">
          <ac:chgData name="Ramesh Gorle" userId="ccc3b426e83772cb" providerId="LiveId" clId="{86BFD699-6219-4452-9199-CE58DB54151C}" dt="2025-12-22T15:54:56.729" v="57" actId="33987"/>
          <ac:spMkLst>
            <pc:docMk/>
            <pc:sldMk cId="760599766" sldId="266"/>
            <ac:spMk id="5" creationId="{B0394CD1-0878-93C2-63EA-56B1E69662FD}"/>
          </ac:spMkLst>
        </pc:spChg>
        <pc:spChg chg="add">
          <ac:chgData name="Ramesh Gorle" userId="ccc3b426e83772cb" providerId="LiveId" clId="{86BFD699-6219-4452-9199-CE58DB54151C}" dt="2025-12-22T15:54:22.189" v="55" actId="26606"/>
          <ac:spMkLst>
            <pc:docMk/>
            <pc:sldMk cId="760599766" sldId="266"/>
            <ac:spMk id="37" creationId="{CE6C63DC-BAE4-42B6-8FDF-F6467C2D23AC}"/>
          </ac:spMkLst>
        </pc:spChg>
        <pc:spChg chg="add">
          <ac:chgData name="Ramesh Gorle" userId="ccc3b426e83772cb" providerId="LiveId" clId="{86BFD699-6219-4452-9199-CE58DB54151C}" dt="2025-12-22T15:54:22.189" v="55" actId="26606"/>
          <ac:spMkLst>
            <pc:docMk/>
            <pc:sldMk cId="760599766" sldId="266"/>
            <ac:spMk id="39" creationId="{5BD23F8E-2E78-4C84-8EFB-FE6C8ACB7F1F}"/>
          </ac:spMkLst>
        </pc:spChg>
        <pc:spChg chg="add">
          <ac:chgData name="Ramesh Gorle" userId="ccc3b426e83772cb" providerId="LiveId" clId="{86BFD699-6219-4452-9199-CE58DB54151C}" dt="2025-12-22T15:54:22.189" v="55" actId="26606"/>
          <ac:spMkLst>
            <pc:docMk/>
            <pc:sldMk cId="760599766" sldId="266"/>
            <ac:spMk id="41" creationId="{57ABABA7-0420-4200-9B65-1C1967CE9373}"/>
          </ac:spMkLst>
        </pc:spChg>
        <pc:spChg chg="add">
          <ac:chgData name="Ramesh Gorle" userId="ccc3b426e83772cb" providerId="LiveId" clId="{86BFD699-6219-4452-9199-CE58DB54151C}" dt="2025-12-22T15:54:22.189" v="55" actId="26606"/>
          <ac:spMkLst>
            <pc:docMk/>
            <pc:sldMk cId="760599766" sldId="266"/>
            <ac:spMk id="57" creationId="{8576F020-8157-45CE-B1D9-6FA47AFEB4FA}"/>
          </ac:spMkLst>
        </pc:spChg>
        <pc:grpChg chg="add">
          <ac:chgData name="Ramesh Gorle" userId="ccc3b426e83772cb" providerId="LiveId" clId="{86BFD699-6219-4452-9199-CE58DB54151C}" dt="2025-12-22T15:54:22.189" v="55" actId="26606"/>
          <ac:grpSpMkLst>
            <pc:docMk/>
            <pc:sldMk cId="760599766" sldId="266"/>
            <ac:grpSpMk id="9" creationId="{8CD25866-F15D-40A4-AEC5-47C044637AB7}"/>
          </ac:grpSpMkLst>
        </pc:grpChg>
        <pc:grpChg chg="add">
          <ac:chgData name="Ramesh Gorle" userId="ccc3b426e83772cb" providerId="LiveId" clId="{86BFD699-6219-4452-9199-CE58DB54151C}" dt="2025-12-22T15:54:22.189" v="55" actId="26606"/>
          <ac:grpSpMkLst>
            <pc:docMk/>
            <pc:sldMk cId="760599766" sldId="266"/>
            <ac:grpSpMk id="23" creationId="{0C4A17ED-96AA-44A6-A050-E1A7A1CDD9E7}"/>
          </ac:grpSpMkLst>
        </pc:grpChg>
        <pc:grpChg chg="add">
          <ac:chgData name="Ramesh Gorle" userId="ccc3b426e83772cb" providerId="LiveId" clId="{86BFD699-6219-4452-9199-CE58DB54151C}" dt="2025-12-22T15:54:22.189" v="55" actId="26606"/>
          <ac:grpSpMkLst>
            <pc:docMk/>
            <pc:sldMk cId="760599766" sldId="266"/>
            <ac:grpSpMk id="43" creationId="{7A03E380-9CD1-4ABA-A763-9F9D252B8908}"/>
          </ac:grpSpMkLst>
        </pc:grpChg>
      </pc:sldChg>
      <pc:sldChg chg="del">
        <pc:chgData name="Ramesh Gorle" userId="ccc3b426e83772cb" providerId="LiveId" clId="{86BFD699-6219-4452-9199-CE58DB54151C}" dt="2025-12-22T15:52:31.821" v="0" actId="47"/>
        <pc:sldMkLst>
          <pc:docMk/>
          <pc:sldMk cId="850914127" sldId="266"/>
        </pc:sldMkLst>
      </pc:sldChg>
      <pc:sldChg chg="addSp delSp modSp new del mod setBg modClrScheme chgLayout">
        <pc:chgData name="Ramesh Gorle" userId="ccc3b426e83772cb" providerId="LiveId" clId="{86BFD699-6219-4452-9199-CE58DB54151C}" dt="2025-12-22T15:57:14.888" v="103" actId="47"/>
        <pc:sldMkLst>
          <pc:docMk/>
          <pc:sldMk cId="1146415111" sldId="266"/>
        </pc:sldMkLst>
        <pc:spChg chg="del">
          <ac:chgData name="Ramesh Gorle" userId="ccc3b426e83772cb" providerId="LiveId" clId="{86BFD699-6219-4452-9199-CE58DB54151C}" dt="2025-12-22T15:55:59.475" v="78" actId="700"/>
          <ac:spMkLst>
            <pc:docMk/>
            <pc:sldMk cId="1146415111" sldId="266"/>
            <ac:spMk id="2" creationId="{EBDD3179-207A-A4F4-54F9-085716CC11B6}"/>
          </ac:spMkLst>
        </pc:spChg>
        <pc:spChg chg="del">
          <ac:chgData name="Ramesh Gorle" userId="ccc3b426e83772cb" providerId="LiveId" clId="{86BFD699-6219-4452-9199-CE58DB54151C}" dt="2025-12-22T15:55:59.475" v="78" actId="700"/>
          <ac:spMkLst>
            <pc:docMk/>
            <pc:sldMk cId="1146415111" sldId="266"/>
            <ac:spMk id="3" creationId="{2A054CD7-9A60-EC16-9DD4-38158289C1F8}"/>
          </ac:spMkLst>
        </pc:spChg>
        <pc:spChg chg="add mod">
          <ac:chgData name="Ramesh Gorle" userId="ccc3b426e83772cb" providerId="LiveId" clId="{86BFD699-6219-4452-9199-CE58DB54151C}" dt="2025-12-22T15:57:05.997" v="102" actId="20577"/>
          <ac:spMkLst>
            <pc:docMk/>
            <pc:sldMk cId="1146415111" sldId="266"/>
            <ac:spMk id="4" creationId="{DD89E9AC-10B8-DB1B-6B55-399D1F7D23E2}"/>
          </ac:spMkLst>
        </pc:spChg>
        <pc:spChg chg="add">
          <ac:chgData name="Ramesh Gorle" userId="ccc3b426e83772cb" providerId="LiveId" clId="{86BFD699-6219-4452-9199-CE58DB54151C}" dt="2025-12-22T15:56:02.348" v="79" actId="26606"/>
          <ac:spMkLst>
            <pc:docMk/>
            <pc:sldMk cId="1146415111" sldId="266"/>
            <ac:spMk id="37" creationId="{CE6C63DC-BAE4-42B6-8FDF-F6467C2D23AC}"/>
          </ac:spMkLst>
        </pc:spChg>
        <pc:spChg chg="add">
          <ac:chgData name="Ramesh Gorle" userId="ccc3b426e83772cb" providerId="LiveId" clId="{86BFD699-6219-4452-9199-CE58DB54151C}" dt="2025-12-22T15:56:02.348" v="79" actId="26606"/>
          <ac:spMkLst>
            <pc:docMk/>
            <pc:sldMk cId="1146415111" sldId="266"/>
            <ac:spMk id="39" creationId="{5BD23F8E-2E78-4C84-8EFB-FE6C8ACB7F1F}"/>
          </ac:spMkLst>
        </pc:spChg>
        <pc:spChg chg="add">
          <ac:chgData name="Ramesh Gorle" userId="ccc3b426e83772cb" providerId="LiveId" clId="{86BFD699-6219-4452-9199-CE58DB54151C}" dt="2025-12-22T15:56:02.348" v="79" actId="26606"/>
          <ac:spMkLst>
            <pc:docMk/>
            <pc:sldMk cId="1146415111" sldId="266"/>
            <ac:spMk id="41" creationId="{57ABABA7-0420-4200-9B65-1C1967CE9373}"/>
          </ac:spMkLst>
        </pc:spChg>
        <pc:spChg chg="add">
          <ac:chgData name="Ramesh Gorle" userId="ccc3b426e83772cb" providerId="LiveId" clId="{86BFD699-6219-4452-9199-CE58DB54151C}" dt="2025-12-22T15:56:02.348" v="79" actId="26606"/>
          <ac:spMkLst>
            <pc:docMk/>
            <pc:sldMk cId="1146415111" sldId="266"/>
            <ac:spMk id="57" creationId="{8576F020-8157-45CE-B1D9-6FA47AFEB4FA}"/>
          </ac:spMkLst>
        </pc:spChg>
        <pc:grpChg chg="add">
          <ac:chgData name="Ramesh Gorle" userId="ccc3b426e83772cb" providerId="LiveId" clId="{86BFD699-6219-4452-9199-CE58DB54151C}" dt="2025-12-22T15:56:02.348" v="79" actId="26606"/>
          <ac:grpSpMkLst>
            <pc:docMk/>
            <pc:sldMk cId="1146415111" sldId="266"/>
            <ac:grpSpMk id="9" creationId="{8CD25866-F15D-40A4-AEC5-47C044637AB7}"/>
          </ac:grpSpMkLst>
        </pc:grpChg>
        <pc:grpChg chg="add">
          <ac:chgData name="Ramesh Gorle" userId="ccc3b426e83772cb" providerId="LiveId" clId="{86BFD699-6219-4452-9199-CE58DB54151C}" dt="2025-12-22T15:56:02.348" v="79" actId="26606"/>
          <ac:grpSpMkLst>
            <pc:docMk/>
            <pc:sldMk cId="1146415111" sldId="266"/>
            <ac:grpSpMk id="23" creationId="{0C4A17ED-96AA-44A6-A050-E1A7A1CDD9E7}"/>
          </ac:grpSpMkLst>
        </pc:grpChg>
        <pc:grpChg chg="add">
          <ac:chgData name="Ramesh Gorle" userId="ccc3b426e83772cb" providerId="LiveId" clId="{86BFD699-6219-4452-9199-CE58DB54151C}" dt="2025-12-22T15:56:02.348" v="79" actId="26606"/>
          <ac:grpSpMkLst>
            <pc:docMk/>
            <pc:sldMk cId="1146415111" sldId="266"/>
            <ac:grpSpMk id="43" creationId="{7A03E380-9CD1-4ABA-A763-9F9D252B8908}"/>
          </ac:grpSpMkLst>
        </pc:grpChg>
      </pc:sldChg>
      <pc:sldChg chg="addSp delSp modSp new mod modClrScheme chgLayout">
        <pc:chgData name="Ramesh Gorle" userId="ccc3b426e83772cb" providerId="LiveId" clId="{86BFD699-6219-4452-9199-CE58DB54151C}" dt="2025-12-22T16:11:17.765" v="581" actId="20577"/>
        <pc:sldMkLst>
          <pc:docMk/>
          <pc:sldMk cId="2841174446" sldId="266"/>
        </pc:sldMkLst>
        <pc:spChg chg="del">
          <ac:chgData name="Ramesh Gorle" userId="ccc3b426e83772cb" providerId="LiveId" clId="{86BFD699-6219-4452-9199-CE58DB54151C}" dt="2025-12-22T15:57:27.082" v="105" actId="700"/>
          <ac:spMkLst>
            <pc:docMk/>
            <pc:sldMk cId="2841174446" sldId="266"/>
            <ac:spMk id="2" creationId="{FAE01B9B-E81C-715A-106E-A0432B59A46B}"/>
          </ac:spMkLst>
        </pc:spChg>
        <pc:spChg chg="del">
          <ac:chgData name="Ramesh Gorle" userId="ccc3b426e83772cb" providerId="LiveId" clId="{86BFD699-6219-4452-9199-CE58DB54151C}" dt="2025-12-22T15:57:27.082" v="105" actId="700"/>
          <ac:spMkLst>
            <pc:docMk/>
            <pc:sldMk cId="2841174446" sldId="266"/>
            <ac:spMk id="3" creationId="{D080F54A-51FF-EB3B-E994-6E7E0BA5D721}"/>
          </ac:spMkLst>
        </pc:spChg>
        <pc:spChg chg="add del mod">
          <ac:chgData name="Ramesh Gorle" userId="ccc3b426e83772cb" providerId="LiveId" clId="{86BFD699-6219-4452-9199-CE58DB54151C}" dt="2025-12-22T15:59:26.714" v="179" actId="20577"/>
          <ac:spMkLst>
            <pc:docMk/>
            <pc:sldMk cId="2841174446" sldId="266"/>
            <ac:spMk id="4" creationId="{9602E690-A6E6-5923-742E-4AA1AEC67B72}"/>
          </ac:spMkLst>
        </pc:spChg>
        <pc:spChg chg="add del mod">
          <ac:chgData name="Ramesh Gorle" userId="ccc3b426e83772cb" providerId="LiveId" clId="{86BFD699-6219-4452-9199-CE58DB54151C}" dt="2025-12-22T16:11:17.765" v="581" actId="20577"/>
          <ac:spMkLst>
            <pc:docMk/>
            <pc:sldMk cId="2841174446" sldId="266"/>
            <ac:spMk id="5" creationId="{F7FC18DF-15D4-B8BE-3B59-E34A975D95C9}"/>
          </ac:spMkLst>
        </pc:spChg>
        <pc:spChg chg="add mod">
          <ac:chgData name="Ramesh Gorle" userId="ccc3b426e83772cb" providerId="LiveId" clId="{86BFD699-6219-4452-9199-CE58DB54151C}" dt="2025-12-22T15:58:35.525" v="133" actId="33987"/>
          <ac:spMkLst>
            <pc:docMk/>
            <pc:sldMk cId="2841174446" sldId="266"/>
            <ac:spMk id="6" creationId="{02AA0646-F220-6048-A90E-78FA9225E895}"/>
          </ac:spMkLst>
        </pc:spChg>
      </pc:sldChg>
      <pc:sldChg chg="new del">
        <pc:chgData name="Ramesh Gorle" userId="ccc3b426e83772cb" providerId="LiveId" clId="{86BFD699-6219-4452-9199-CE58DB54151C}" dt="2025-12-22T17:21:51.306" v="656" actId="47"/>
        <pc:sldMkLst>
          <pc:docMk/>
          <pc:sldMk cId="3466594259" sldId="267"/>
        </pc:sldMkLst>
      </pc:sldChg>
      <pc:sldChg chg="new del">
        <pc:chgData name="Ramesh Gorle" userId="ccc3b426e83772cb" providerId="LiveId" clId="{86BFD699-6219-4452-9199-CE58DB54151C}" dt="2025-12-22T17:21:51.880" v="657" actId="47"/>
        <pc:sldMkLst>
          <pc:docMk/>
          <pc:sldMk cId="1533435285" sldId="268"/>
        </pc:sldMkLst>
      </pc:sldChg>
      <pc:sldChg chg="new del">
        <pc:chgData name="Ramesh Gorle" userId="ccc3b426e83772cb" providerId="LiveId" clId="{86BFD699-6219-4452-9199-CE58DB54151C}" dt="2025-12-22T17:21:52.058" v="658" actId="47"/>
        <pc:sldMkLst>
          <pc:docMk/>
          <pc:sldMk cId="518749728" sldId="269"/>
        </pc:sldMkLst>
      </pc:sldChg>
      <pc:sldChg chg="new del">
        <pc:chgData name="Ramesh Gorle" userId="ccc3b426e83772cb" providerId="LiveId" clId="{86BFD699-6219-4452-9199-CE58DB54151C}" dt="2025-12-22T17:21:52.455" v="659" actId="47"/>
        <pc:sldMkLst>
          <pc:docMk/>
          <pc:sldMk cId="1352162705" sldId="270"/>
        </pc:sldMkLst>
      </pc:sldChg>
      <pc:sldChg chg="new del">
        <pc:chgData name="Ramesh Gorle" userId="ccc3b426e83772cb" providerId="LiveId" clId="{86BFD699-6219-4452-9199-CE58DB54151C}" dt="2025-12-22T17:21:52.610" v="660" actId="47"/>
        <pc:sldMkLst>
          <pc:docMk/>
          <pc:sldMk cId="2576188723" sldId="271"/>
        </pc:sldMkLst>
      </pc:sldChg>
      <pc:sldChg chg="new del">
        <pc:chgData name="Ramesh Gorle" userId="ccc3b426e83772cb" providerId="LiveId" clId="{86BFD699-6219-4452-9199-CE58DB54151C}" dt="2025-12-22T17:21:52.753" v="661" actId="47"/>
        <pc:sldMkLst>
          <pc:docMk/>
          <pc:sldMk cId="644853278" sldId="272"/>
        </pc:sldMkLst>
      </pc:sldChg>
      <pc:sldChg chg="new del">
        <pc:chgData name="Ramesh Gorle" userId="ccc3b426e83772cb" providerId="LiveId" clId="{86BFD699-6219-4452-9199-CE58DB54151C}" dt="2025-12-22T17:21:52.904" v="662" actId="47"/>
        <pc:sldMkLst>
          <pc:docMk/>
          <pc:sldMk cId="977353249" sldId="273"/>
        </pc:sldMkLst>
      </pc:sldChg>
      <pc:sldChg chg="new del">
        <pc:chgData name="Ramesh Gorle" userId="ccc3b426e83772cb" providerId="LiveId" clId="{86BFD699-6219-4452-9199-CE58DB54151C}" dt="2025-12-22T17:21:53.421" v="663" actId="47"/>
        <pc:sldMkLst>
          <pc:docMk/>
          <pc:sldMk cId="4205986978" sldId="274"/>
        </pc:sldMkLst>
      </pc:sldChg>
      <pc:sldChg chg="new del">
        <pc:chgData name="Ramesh Gorle" userId="ccc3b426e83772cb" providerId="LiveId" clId="{86BFD699-6219-4452-9199-CE58DB54151C}" dt="2025-12-22T17:21:53.584" v="664" actId="47"/>
        <pc:sldMkLst>
          <pc:docMk/>
          <pc:sldMk cId="604692738" sldId="275"/>
        </pc:sldMkLst>
      </pc:sldChg>
      <pc:sldChg chg="new del">
        <pc:chgData name="Ramesh Gorle" userId="ccc3b426e83772cb" providerId="LiveId" clId="{86BFD699-6219-4452-9199-CE58DB54151C}" dt="2025-12-22T17:21:54.059" v="665" actId="47"/>
        <pc:sldMkLst>
          <pc:docMk/>
          <pc:sldMk cId="3282909457" sldId="276"/>
        </pc:sldMkLst>
      </pc:sldChg>
      <pc:sldChg chg="new del">
        <pc:chgData name="Ramesh Gorle" userId="ccc3b426e83772cb" providerId="LiveId" clId="{86BFD699-6219-4452-9199-CE58DB54151C}" dt="2025-12-22T17:21:54.237" v="666" actId="47"/>
        <pc:sldMkLst>
          <pc:docMk/>
          <pc:sldMk cId="2231611382" sldId="277"/>
        </pc:sldMkLst>
      </pc:sldChg>
      <pc:sldChg chg="new del">
        <pc:chgData name="Ramesh Gorle" userId="ccc3b426e83772cb" providerId="LiveId" clId="{86BFD699-6219-4452-9199-CE58DB54151C}" dt="2025-12-22T17:21:54.401" v="667" actId="47"/>
        <pc:sldMkLst>
          <pc:docMk/>
          <pc:sldMk cId="1890273744" sldId="278"/>
        </pc:sldMkLst>
      </pc:sldChg>
      <pc:sldChg chg="new del">
        <pc:chgData name="Ramesh Gorle" userId="ccc3b426e83772cb" providerId="LiveId" clId="{86BFD699-6219-4452-9199-CE58DB54151C}" dt="2025-12-22T17:21:54.696" v="668" actId="47"/>
        <pc:sldMkLst>
          <pc:docMk/>
          <pc:sldMk cId="2899601177" sldId="279"/>
        </pc:sldMkLst>
      </pc:sldChg>
      <pc:sldChg chg="new del">
        <pc:chgData name="Ramesh Gorle" userId="ccc3b426e83772cb" providerId="LiveId" clId="{86BFD699-6219-4452-9199-CE58DB54151C}" dt="2025-12-22T17:21:55.202" v="669" actId="47"/>
        <pc:sldMkLst>
          <pc:docMk/>
          <pc:sldMk cId="110377294" sldId="280"/>
        </pc:sldMkLst>
      </pc:sldChg>
      <pc:sldChg chg="new add del">
        <pc:chgData name="Ramesh Gorle" userId="ccc3b426e83772cb" providerId="LiveId" clId="{86BFD699-6219-4452-9199-CE58DB54151C}" dt="2025-12-22T17:23:01.870" v="672" actId="47"/>
        <pc:sldMkLst>
          <pc:docMk/>
          <pc:sldMk cId="597789752" sldId="281"/>
        </pc:sldMkLst>
      </pc:sldChg>
      <pc:sldChg chg="new del">
        <pc:chgData name="Ramesh Gorle" userId="ccc3b426e83772cb" providerId="LiveId" clId="{86BFD699-6219-4452-9199-CE58DB54151C}" dt="2025-12-22T17:21:28.917" v="655" actId="47"/>
        <pc:sldMkLst>
          <pc:docMk/>
          <pc:sldMk cId="1676434829" sldId="282"/>
        </pc:sldMkLst>
      </pc:sldChg>
      <pc:sldChg chg="new del">
        <pc:chgData name="Ramesh Gorle" userId="ccc3b426e83772cb" providerId="LiveId" clId="{86BFD699-6219-4452-9199-CE58DB54151C}" dt="2025-12-22T17:21:20.755" v="654" actId="680"/>
        <pc:sldMkLst>
          <pc:docMk/>
          <pc:sldMk cId="4130440669" sldId="283"/>
        </pc:sldMkLst>
      </pc:sldChg>
      <pc:sldChg chg="new del">
        <pc:chgData name="Ramesh Gorle" userId="ccc3b426e83772cb" providerId="LiveId" clId="{86BFD699-6219-4452-9199-CE58DB54151C}" dt="2025-12-22T17:21:20.565" v="653" actId="680"/>
        <pc:sldMkLst>
          <pc:docMk/>
          <pc:sldMk cId="1926205886" sldId="284"/>
        </pc:sldMkLst>
      </pc:sldChg>
      <pc:sldChg chg="new del">
        <pc:chgData name="Ramesh Gorle" userId="ccc3b426e83772cb" providerId="LiveId" clId="{86BFD699-6219-4452-9199-CE58DB54151C}" dt="2025-12-22T17:21:20.417" v="652" actId="680"/>
        <pc:sldMkLst>
          <pc:docMk/>
          <pc:sldMk cId="1793043519" sldId="285"/>
        </pc:sldMkLst>
      </pc:sldChg>
      <pc:sldChg chg="new del">
        <pc:chgData name="Ramesh Gorle" userId="ccc3b426e83772cb" providerId="LiveId" clId="{86BFD699-6219-4452-9199-CE58DB54151C}" dt="2025-12-22T17:21:20.235" v="651" actId="680"/>
        <pc:sldMkLst>
          <pc:docMk/>
          <pc:sldMk cId="3213634192" sldId="286"/>
        </pc:sldMkLst>
      </pc:sldChg>
      <pc:sldChg chg="new del">
        <pc:chgData name="Ramesh Gorle" userId="ccc3b426e83772cb" providerId="LiveId" clId="{86BFD699-6219-4452-9199-CE58DB54151C}" dt="2025-12-22T17:21:20.099" v="650" actId="680"/>
        <pc:sldMkLst>
          <pc:docMk/>
          <pc:sldMk cId="3372446926" sldId="287"/>
        </pc:sldMkLst>
      </pc:sldChg>
      <pc:sldChg chg="new del">
        <pc:chgData name="Ramesh Gorle" userId="ccc3b426e83772cb" providerId="LiveId" clId="{86BFD699-6219-4452-9199-CE58DB54151C}" dt="2025-12-22T17:21:19.923" v="649" actId="680"/>
        <pc:sldMkLst>
          <pc:docMk/>
          <pc:sldMk cId="817133192" sldId="288"/>
        </pc:sldMkLst>
      </pc:sldChg>
      <pc:sldChg chg="new del">
        <pc:chgData name="Ramesh Gorle" userId="ccc3b426e83772cb" providerId="LiveId" clId="{86BFD699-6219-4452-9199-CE58DB54151C}" dt="2025-12-22T17:21:19.755" v="648" actId="680"/>
        <pc:sldMkLst>
          <pc:docMk/>
          <pc:sldMk cId="1734771936" sldId="289"/>
        </pc:sldMkLst>
      </pc:sldChg>
      <pc:sldChg chg="new del">
        <pc:chgData name="Ramesh Gorle" userId="ccc3b426e83772cb" providerId="LiveId" clId="{86BFD699-6219-4452-9199-CE58DB54151C}" dt="2025-12-22T17:21:19.597" v="647" actId="680"/>
        <pc:sldMkLst>
          <pc:docMk/>
          <pc:sldMk cId="2128896152" sldId="290"/>
        </pc:sldMkLst>
      </pc:sldChg>
      <pc:sldChg chg="new del">
        <pc:chgData name="Ramesh Gorle" userId="ccc3b426e83772cb" providerId="LiveId" clId="{86BFD699-6219-4452-9199-CE58DB54151C}" dt="2025-12-22T17:21:19.426" v="646" actId="680"/>
        <pc:sldMkLst>
          <pc:docMk/>
          <pc:sldMk cId="539275783" sldId="291"/>
        </pc:sldMkLst>
      </pc:sldChg>
      <pc:sldChg chg="new del">
        <pc:chgData name="Ramesh Gorle" userId="ccc3b426e83772cb" providerId="LiveId" clId="{86BFD699-6219-4452-9199-CE58DB54151C}" dt="2025-12-22T17:21:19.279" v="645" actId="680"/>
        <pc:sldMkLst>
          <pc:docMk/>
          <pc:sldMk cId="814781783" sldId="292"/>
        </pc:sldMkLst>
      </pc:sldChg>
      <pc:sldChg chg="new del">
        <pc:chgData name="Ramesh Gorle" userId="ccc3b426e83772cb" providerId="LiveId" clId="{86BFD699-6219-4452-9199-CE58DB54151C}" dt="2025-12-22T17:21:18.879" v="644" actId="680"/>
        <pc:sldMkLst>
          <pc:docMk/>
          <pc:sldMk cId="2319019349" sldId="293"/>
        </pc:sldMkLst>
      </pc:sldChg>
      <pc:sldChg chg="new del">
        <pc:chgData name="Ramesh Gorle" userId="ccc3b426e83772cb" providerId="LiveId" clId="{86BFD699-6219-4452-9199-CE58DB54151C}" dt="2025-12-22T17:21:18.673" v="643" actId="680"/>
        <pc:sldMkLst>
          <pc:docMk/>
          <pc:sldMk cId="2180965061" sldId="294"/>
        </pc:sldMkLst>
      </pc:sldChg>
      <pc:sldChg chg="new del">
        <pc:chgData name="Ramesh Gorle" userId="ccc3b426e83772cb" providerId="LiveId" clId="{86BFD699-6219-4452-9199-CE58DB54151C}" dt="2025-12-22T17:21:18.494" v="642" actId="680"/>
        <pc:sldMkLst>
          <pc:docMk/>
          <pc:sldMk cId="2931928828" sldId="295"/>
        </pc:sldMkLst>
      </pc:sldChg>
      <pc:sldChg chg="new del">
        <pc:chgData name="Ramesh Gorle" userId="ccc3b426e83772cb" providerId="LiveId" clId="{86BFD699-6219-4452-9199-CE58DB54151C}" dt="2025-12-22T17:21:18.309" v="641" actId="680"/>
        <pc:sldMkLst>
          <pc:docMk/>
          <pc:sldMk cId="544855555" sldId="296"/>
        </pc:sldMkLst>
      </pc:sldChg>
      <pc:sldChg chg="new del">
        <pc:chgData name="Ramesh Gorle" userId="ccc3b426e83772cb" providerId="LiveId" clId="{86BFD699-6219-4452-9199-CE58DB54151C}" dt="2025-12-22T17:21:18.146" v="640" actId="680"/>
        <pc:sldMkLst>
          <pc:docMk/>
          <pc:sldMk cId="652071656" sldId="297"/>
        </pc:sldMkLst>
      </pc:sldChg>
      <pc:sldChg chg="new del">
        <pc:chgData name="Ramesh Gorle" userId="ccc3b426e83772cb" providerId="LiveId" clId="{86BFD699-6219-4452-9199-CE58DB54151C}" dt="2025-12-22T17:21:17.987" v="639" actId="680"/>
        <pc:sldMkLst>
          <pc:docMk/>
          <pc:sldMk cId="3092553430" sldId="298"/>
        </pc:sldMkLst>
      </pc:sldChg>
      <pc:sldChg chg="new del">
        <pc:chgData name="Ramesh Gorle" userId="ccc3b426e83772cb" providerId="LiveId" clId="{86BFD699-6219-4452-9199-CE58DB54151C}" dt="2025-12-22T17:21:17.103" v="638" actId="680"/>
        <pc:sldMkLst>
          <pc:docMk/>
          <pc:sldMk cId="2985172358" sldId="299"/>
        </pc:sldMkLst>
      </pc:sldChg>
      <pc:sldChg chg="new add del">
        <pc:chgData name="Ramesh Gorle" userId="ccc3b426e83772cb" providerId="LiveId" clId="{86BFD699-6219-4452-9199-CE58DB54151C}" dt="2025-12-22T17:21:16.322" v="637" actId="680"/>
        <pc:sldMkLst>
          <pc:docMk/>
          <pc:sldMk cId="40626923" sldId="3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6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9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98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9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9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4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47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53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0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40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7515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29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2176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35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640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5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A431D-7438-4B22-9E6D-A74DB8FC6448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2F6E416-7A90-440A-A2E1-77A72B3B9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65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  <p:sldLayoutId id="2147484001" r:id="rId14"/>
    <p:sldLayoutId id="2147484002" r:id="rId15"/>
    <p:sldLayoutId id="21474840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74865-0933-27C2-A88C-20E6A2F0C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15" y="1318590"/>
            <a:ext cx="5102159" cy="42208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br>
              <a:rPr lang="en-IN" sz="5000">
                <a:solidFill>
                  <a:srgbClr val="FFFFFF"/>
                </a:solidFill>
              </a:rPr>
            </a:br>
            <a:r>
              <a:rPr lang="en-IN" sz="5000">
                <a:solidFill>
                  <a:srgbClr val="FFFFFF"/>
                </a:solidFill>
                <a:latin typeface="Algerian" panose="04020705040A02060702" pitchFamily="82" charset="0"/>
              </a:rPr>
              <a:t>NOTES APPLICATION</a:t>
            </a:r>
            <a:br>
              <a:rPr lang="en-IN" sz="5000">
                <a:solidFill>
                  <a:srgbClr val="FFFFFF"/>
                </a:solidFill>
                <a:latin typeface="Algerian" panose="04020705040A02060702" pitchFamily="82" charset="0"/>
              </a:rPr>
            </a:br>
            <a:r>
              <a:rPr lang="en-IN" sz="5000">
                <a:solidFill>
                  <a:srgbClr val="FFFFFF"/>
                </a:solidFill>
                <a:latin typeface="+mn-lt"/>
              </a:rPr>
              <a:t>(Create, View, Delete Notes stored in Files)</a:t>
            </a:r>
            <a:endParaRPr lang="en-IN" sz="5000">
              <a:solidFill>
                <a:srgbClr val="FFFFFF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3BD8F-C38B-9A26-204B-864724CEE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2032" y="804334"/>
            <a:ext cx="3675634" cy="5249332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B.TECH ECE FIRST YEAR </a:t>
            </a:r>
          </a:p>
          <a:p>
            <a:r>
              <a:rPr lang="en-IN">
                <a:solidFill>
                  <a:schemeClr val="tx1"/>
                </a:solidFill>
              </a:rPr>
              <a:t>PRAGATI ENGNEERING COLLEGE</a:t>
            </a:r>
          </a:p>
          <a:p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67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F8025-DBBA-9417-F82B-8EEF6C3F5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8" r="10313" b="-1"/>
          <a:stretch>
            <a:fillRect/>
          </a:stretch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AD9E6-14A2-0ADA-874B-7B60B3F6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5" y="624110"/>
            <a:ext cx="4623955" cy="1280890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01589-C1B9-7F6B-B4AE-957A60ED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133600"/>
            <a:ext cx="4625882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The Notes application is a C-based project designed to create, store, view, and delete notes efficiently . It allows users to manage their notes by storing them in files for persistent storage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>
                <a:latin typeface="Abadi" panose="020F0502020204030204" pitchFamily="34" charset="0"/>
              </a:rPr>
              <a:t>Key Features:</a:t>
            </a:r>
            <a:endParaRPr lang="en-IN">
              <a:latin typeface="Abad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latin typeface="Abadi" panose="020F0502020204030204" pitchFamily="34" charset="0"/>
              </a:rPr>
              <a:t>        </a:t>
            </a:r>
            <a:r>
              <a:rPr lang="en-IN" dirty="0"/>
              <a:t>Create new notes with title and content</a:t>
            </a:r>
            <a:endParaRPr lang="en-IN"/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latin typeface="Abadi" panose="020F0502020204030204" pitchFamily="34" charset="0"/>
              </a:rPr>
              <a:t>        </a:t>
            </a:r>
            <a:r>
              <a:rPr lang="en-IN" dirty="0"/>
              <a:t>View all stored notes from files</a:t>
            </a:r>
            <a:endParaRPr lang="en-IN"/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latin typeface="Abadi" panose="020F0502020204030204" pitchFamily="34" charset="0"/>
              </a:rPr>
              <a:t>        </a:t>
            </a:r>
            <a:r>
              <a:rPr lang="en-IN" dirty="0"/>
              <a:t>Delete notes by selecting from list</a:t>
            </a:r>
            <a:endParaRPr lang="en-IN"/>
          </a:p>
          <a:p>
            <a:pPr marL="0" indent="0">
              <a:lnSpc>
                <a:spcPct val="90000"/>
              </a:lnSpc>
              <a:buNone/>
            </a:pPr>
            <a:r>
              <a:rPr lang="en-IN" dirty="0">
                <a:latin typeface="Abadi" panose="020F0502020204030204" pitchFamily="34" charset="0"/>
              </a:rPr>
              <a:t>        </a:t>
            </a:r>
            <a:r>
              <a:rPr lang="en-IN" dirty="0"/>
              <a:t>File-based persistent storage</a:t>
            </a:r>
            <a:r>
              <a:rPr lang="en-IN" dirty="0">
                <a:latin typeface="Abadi" panose="020F0502020204030204" pitchFamily="34" charset="0"/>
              </a:rPr>
              <a:t> </a:t>
            </a:r>
            <a:endParaRPr lang="en-IN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45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4AE37-8022-3C5E-463A-65296DD0C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0" r="-1" b="-1"/>
          <a:stretch>
            <a:fillRect/>
          </a:stretch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64D1F5-ED85-09B5-CD8A-FCBA93F2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5" y="624110"/>
            <a:ext cx="4623955" cy="1280890"/>
          </a:xfrm>
        </p:spPr>
        <p:txBody>
          <a:bodyPr>
            <a:normAutofit/>
          </a:bodyPr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79B95-EE7A-4B5E-5A80-561A6B1A2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133600"/>
            <a:ext cx="4625882" cy="3777622"/>
          </a:xfrm>
        </p:spPr>
        <p:txBody>
          <a:bodyPr>
            <a:normAutofit/>
          </a:bodyPr>
          <a:lstStyle/>
          <a:p>
            <a:r>
              <a:rPr lang="en-IN" dirty="0"/>
              <a:t>To understand file handling in C</a:t>
            </a:r>
          </a:p>
          <a:p>
            <a:r>
              <a:rPr lang="en-IN" dirty="0"/>
              <a:t>To perform Create, Read, and Delete operations</a:t>
            </a:r>
          </a:p>
          <a:p>
            <a:r>
              <a:rPr lang="en-IN" dirty="0"/>
              <a:t>To store data permanently using files</a:t>
            </a:r>
          </a:p>
          <a:p>
            <a:r>
              <a:rPr lang="en-IN" dirty="0"/>
              <a:t>To learn error handling</a:t>
            </a:r>
          </a:p>
          <a:p>
            <a:r>
              <a:rPr lang="en-IN" dirty="0"/>
              <a:t>To implement file handling concepts</a:t>
            </a:r>
          </a:p>
          <a:p>
            <a:r>
              <a:rPr lang="en-IN" dirty="0"/>
              <a:t>To develop a menu-driven program</a:t>
            </a:r>
          </a:p>
          <a:p>
            <a:r>
              <a:rPr lang="en-IN" dirty="0"/>
              <a:t>To understand persistent data storage</a:t>
            </a:r>
          </a:p>
          <a:p>
            <a:r>
              <a:rPr lang="en-IN" dirty="0"/>
              <a:t>To perform CRUD operations</a:t>
            </a:r>
          </a:p>
        </p:txBody>
      </p:sp>
    </p:spTree>
    <p:extLst>
      <p:ext uri="{BB962C8B-B14F-4D97-AF65-F5344CB8AC3E}">
        <p14:creationId xmlns:p14="http://schemas.microsoft.com/office/powerpoint/2010/main" val="246454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528B-8544-D571-007F-ED9B4CFF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446088"/>
            <a:ext cx="3570129" cy="1005840"/>
          </a:xfrm>
        </p:spPr>
        <p:txBody>
          <a:bodyPr anchor="b">
            <a:normAutofit/>
          </a:bodyPr>
          <a:lstStyle/>
          <a:p>
            <a:r>
              <a:rPr lang="en-IN" sz="2000">
                <a:latin typeface="Abadi" panose="020B0604020104020204" pitchFamily="34" charset="0"/>
              </a:rPr>
              <a:t>Main Uses </a:t>
            </a:r>
            <a:r>
              <a:rPr lang="en-IN" sz="200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0AD54-90F2-F628-66DC-7FA320037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09344"/>
            <a:ext cx="3555557" cy="4301878"/>
          </a:xfrm>
        </p:spPr>
        <p:txBody>
          <a:bodyPr>
            <a:normAutofit/>
          </a:bodyPr>
          <a:lstStyle/>
          <a:p>
            <a:r>
              <a:rPr lang="en-IN" sz="1400"/>
              <a:t>Personal Note Storage</a:t>
            </a:r>
          </a:p>
          <a:p>
            <a:r>
              <a:rPr lang="en-IN" sz="1400"/>
              <a:t>Academic Purposes</a:t>
            </a:r>
          </a:p>
          <a:p>
            <a:r>
              <a:rPr lang="en-IN" sz="1400"/>
              <a:t>Learning File Handling in C</a:t>
            </a:r>
          </a:p>
          <a:p>
            <a:r>
              <a:rPr lang="en-IN" sz="1400"/>
              <a:t>Data Management</a:t>
            </a:r>
          </a:p>
          <a:p>
            <a:r>
              <a:rPr lang="en-IN" sz="1400"/>
              <a:t>Mini Project Development</a:t>
            </a:r>
          </a:p>
          <a:p>
            <a:pPr marL="0" indent="0">
              <a:buNone/>
            </a:pPr>
            <a:endParaRPr lang="en-IN" sz="1400"/>
          </a:p>
          <a:p>
            <a:pPr marL="0" indent="0">
              <a:buNone/>
            </a:pPr>
            <a:r>
              <a:rPr lang="en-IN" sz="1400">
                <a:latin typeface="Abadi" panose="020B0604020104020204" pitchFamily="34" charset="0"/>
              </a:rPr>
              <a:t>Application Areas: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/>
              <a:t>Educational Institutions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/>
              <a:t>Personal Computers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/>
              <a:t>Office Environment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/>
              <a:t>Embedded and Low-Memory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/>
              <a:t>Software Learning &amp; Training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D2C6A-7070-0DB0-BC7C-2B357A63F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578670"/>
            <a:ext cx="5181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3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22D4-9945-AADB-D493-D5C48DD8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023" y="702487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badi" panose="020B0604020104020204" pitchFamily="34" charset="0"/>
              </a:rPr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E8D98-2575-4ACB-051D-4C945D664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1566" y="1342931"/>
            <a:ext cx="8915400" cy="462243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</a:p>
          <a:p>
            <a:pPr marL="0" indent="0">
              <a:buNone/>
            </a:pPr>
            <a:r>
              <a:rPr lang="en-IN" dirty="0"/>
              <a:t>                                      Create   View              Delete     Exit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081B40-02D7-66BB-A71D-1DCBCA6E456D}"/>
              </a:ext>
            </a:extLst>
          </p:cNvPr>
          <p:cNvSpPr/>
          <p:nvPr/>
        </p:nvSpPr>
        <p:spPr>
          <a:xfrm>
            <a:off x="5624917" y="1211975"/>
            <a:ext cx="1171943" cy="4528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4DBEE2-4D2E-B90F-96DA-4B9481A91A7B}"/>
              </a:ext>
            </a:extLst>
          </p:cNvPr>
          <p:cNvSpPr/>
          <p:nvPr/>
        </p:nvSpPr>
        <p:spPr>
          <a:xfrm>
            <a:off x="5004750" y="2114334"/>
            <a:ext cx="2423661" cy="10454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Menu:</a:t>
            </a:r>
          </a:p>
          <a:p>
            <a:pPr algn="ctr"/>
            <a:r>
              <a:rPr lang="en-IN" sz="1600" dirty="0"/>
              <a:t>Create/View/Delete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5A4B3AB3-504F-7C1E-F859-98AA6A657904}"/>
              </a:ext>
            </a:extLst>
          </p:cNvPr>
          <p:cNvSpPr/>
          <p:nvPr/>
        </p:nvSpPr>
        <p:spPr>
          <a:xfrm rot="5400000">
            <a:off x="5940053" y="2762878"/>
            <a:ext cx="674976" cy="25455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1600" dirty="0"/>
              <a:t>Choice?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13A42-1957-1B4A-8592-25EE87909239}"/>
              </a:ext>
            </a:extLst>
          </p:cNvPr>
          <p:cNvSpPr/>
          <p:nvPr/>
        </p:nvSpPr>
        <p:spPr>
          <a:xfrm>
            <a:off x="5172891" y="5320937"/>
            <a:ext cx="2168435" cy="7670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File operations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2DFFB2-50F4-01EA-C76F-4D8A201A570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210889" y="1664821"/>
            <a:ext cx="5692" cy="4495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4C4FDB-D84E-9CA5-8CCB-083837360E8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210888" y="3159819"/>
            <a:ext cx="5693" cy="494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51D6054-E3B1-6D61-8D60-F7E7C57554E7}"/>
              </a:ext>
            </a:extLst>
          </p:cNvPr>
          <p:cNvCxnSpPr>
            <a:cxnSpLocks/>
          </p:cNvCxnSpPr>
          <p:nvPr/>
        </p:nvCxnSpPr>
        <p:spPr>
          <a:xfrm>
            <a:off x="6257108" y="4746171"/>
            <a:ext cx="0" cy="4528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77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636CB-7776-83A3-249A-AE6D2336D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5" r="15560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78BDD-EB2C-1AE8-DB88-3DF71813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500">
                <a:solidFill>
                  <a:srgbClr val="FEFFFF"/>
                </a:solidFill>
                <a:latin typeface="Abadi" panose="020B0604020104020204" pitchFamily="34" charset="0"/>
              </a:rPr>
              <a:t>Data Types used in the Project:</a:t>
            </a:r>
            <a:br>
              <a:rPr lang="en-IN" sz="2500">
                <a:solidFill>
                  <a:srgbClr val="FEFFFF"/>
                </a:solidFill>
                <a:latin typeface="Abadi" panose="020B0604020104020204" pitchFamily="34" charset="0"/>
              </a:rPr>
            </a:br>
            <a:endParaRPr lang="en-IN" sz="2500">
              <a:solidFill>
                <a:srgbClr val="FEFFFF"/>
              </a:solidFill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199D-A673-A3BC-DC7D-03AD772BB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Int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(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Integer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Char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(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Character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Char[]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(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Character Array/String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Struct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(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Structure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File(File</a:t>
            </a:r>
            <a:r>
              <a:rPr lang="en-IN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Pointer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Void(</a:t>
            </a:r>
            <a:r>
              <a:rPr lang="en-IN" b="1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Function Return Type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  <a:cs typeface="Aharoni" panose="02010803020104030203" pitchFamily="2" charset="-79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endParaRPr lang="en-IN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0384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A533D-C892-EEB7-4D09-1521E19D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" r="34160" b="-1"/>
          <a:stretch>
            <a:fillRect/>
          </a:stretch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235A4-17C1-1E52-64AE-D5989EE8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5" y="624110"/>
            <a:ext cx="4623955" cy="1280890"/>
          </a:xfrm>
        </p:spPr>
        <p:txBody>
          <a:bodyPr>
            <a:normAutofit/>
          </a:bodyPr>
          <a:lstStyle/>
          <a:p>
            <a:r>
              <a:rPr lang="en-IN">
                <a:latin typeface="Abadi" panose="020B0604020104020204" pitchFamily="34" charset="0"/>
              </a:rPr>
              <a:t>How These Datatypes Used In The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4645-F5FD-D42D-E1F8-043AFCE1F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133600"/>
            <a:ext cx="4625882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100"/>
              <a:t>Int (</a:t>
            </a:r>
            <a:r>
              <a:rPr lang="en-IN" sz="1100" b="1"/>
              <a:t>Integer</a:t>
            </a:r>
            <a:r>
              <a:rPr lang="en-IN" sz="1100"/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100"/>
              <a:t>Stores numeric values such as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100"/>
              <a:t>Menu choices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100"/>
              <a:t>Note ID or note number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100"/>
              <a:t>Loop counters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100"/>
              <a:t>File position indicators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100" b="1"/>
              <a:t>Relation to code: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100"/>
              <a:t>Int choice;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100"/>
              <a:t>Int </a:t>
            </a:r>
            <a:r>
              <a:rPr lang="en-IN" sz="1100" err="1"/>
              <a:t>note_id</a:t>
            </a:r>
            <a:r>
              <a:rPr lang="en-IN" sz="1100"/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IN" sz="11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1100"/>
              <a:t>Char(</a:t>
            </a:r>
            <a:r>
              <a:rPr lang="en-IN" sz="1100" b="1"/>
              <a:t>Character</a:t>
            </a:r>
            <a:r>
              <a:rPr lang="en-IN" sz="1100"/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1100"/>
              <a:t>Stores single characters or strings (using arrays)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1100"/>
              <a:t>Used for note </a:t>
            </a:r>
            <a:r>
              <a:rPr lang="en-IN" sz="1100" err="1"/>
              <a:t>content,titles,and</a:t>
            </a:r>
            <a:r>
              <a:rPr lang="en-IN" sz="1100"/>
              <a:t> filenames</a:t>
            </a:r>
          </a:p>
        </p:txBody>
      </p:sp>
    </p:spTree>
    <p:extLst>
      <p:ext uri="{BB962C8B-B14F-4D97-AF65-F5344CB8AC3E}">
        <p14:creationId xmlns:p14="http://schemas.microsoft.com/office/powerpoint/2010/main" val="354664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7757-D1E9-857C-8A50-558685C282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35182" y="583474"/>
            <a:ext cx="8915400" cy="5223873"/>
          </a:xfrm>
        </p:spPr>
        <p:txBody>
          <a:bodyPr>
            <a:noAutofit/>
          </a:bodyPr>
          <a:lstStyle/>
          <a:p>
            <a:r>
              <a:rPr lang="en-IN" sz="1400" dirty="0">
                <a:latin typeface="Abadi" panose="020B0604020104020204" pitchFamily="34" charset="0"/>
              </a:rPr>
              <a:t>Relation to code</a:t>
            </a:r>
            <a:r>
              <a:rPr lang="en-IN" sz="1400" dirty="0"/>
              <a:t>:</a:t>
            </a:r>
          </a:p>
          <a:p>
            <a:pPr marL="0" indent="0">
              <a:buNone/>
            </a:pPr>
            <a:r>
              <a:rPr lang="en-IN" sz="1400" dirty="0"/>
              <a:t>char title[50];</a:t>
            </a:r>
          </a:p>
          <a:p>
            <a:pPr marL="0" indent="0">
              <a:buNone/>
            </a:pPr>
            <a:r>
              <a:rPr lang="en-IN" sz="1400" dirty="0"/>
              <a:t>char content[500];</a:t>
            </a:r>
          </a:p>
          <a:p>
            <a:pPr marL="0" indent="0">
              <a:buNone/>
            </a:pPr>
            <a:r>
              <a:rPr lang="en-IN" sz="1400" dirty="0"/>
              <a:t>char filename[20];</a:t>
            </a:r>
          </a:p>
          <a:p>
            <a:pPr marL="0" indent="0">
              <a:buNone/>
            </a:pPr>
            <a:endParaRPr lang="en-IN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1400" dirty="0"/>
              <a:t>Char[](</a:t>
            </a:r>
            <a:r>
              <a:rPr lang="en-IN" sz="1400" b="1" dirty="0"/>
              <a:t>Character Array/String</a:t>
            </a:r>
            <a:r>
              <a:rPr lang="en-IN" sz="14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/>
              <a:t>Stores text data(notes are text-based)</a:t>
            </a:r>
          </a:p>
          <a:p>
            <a:pPr marL="0" indent="0">
              <a:buNone/>
            </a:pPr>
            <a:r>
              <a:rPr lang="en-IN" sz="1400" b="1" dirty="0"/>
              <a:t>Relation to code:</a:t>
            </a:r>
          </a:p>
          <a:p>
            <a:pPr marL="0" indent="0">
              <a:buNone/>
            </a:pPr>
            <a:r>
              <a:rPr lang="en-IN" sz="1400" dirty="0"/>
              <a:t>char note[1000];</a:t>
            </a:r>
          </a:p>
          <a:p>
            <a:pPr marL="0" indent="0">
              <a:buNone/>
            </a:pPr>
            <a:endParaRPr lang="en-IN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1400" dirty="0"/>
              <a:t>Struct(</a:t>
            </a:r>
            <a:r>
              <a:rPr lang="en-IN" sz="1400" b="1" dirty="0"/>
              <a:t>Structure</a:t>
            </a:r>
            <a:r>
              <a:rPr lang="en-IN" sz="14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dirty="0"/>
              <a:t>Groups related data of a note into one unit</a:t>
            </a:r>
          </a:p>
          <a:p>
            <a:pPr marL="0" indent="0">
              <a:buNone/>
            </a:pPr>
            <a:r>
              <a:rPr lang="en-IN" sz="1400" b="1" dirty="0"/>
              <a:t>Relation to code:</a:t>
            </a:r>
          </a:p>
          <a:p>
            <a:pPr marL="0" indent="0">
              <a:buNone/>
            </a:pPr>
            <a:r>
              <a:rPr lang="en-IN" sz="1400" dirty="0"/>
              <a:t>Struct note{</a:t>
            </a:r>
          </a:p>
          <a:p>
            <a:pPr marL="0" indent="0">
              <a:buNone/>
            </a:pPr>
            <a:r>
              <a:rPr lang="en-IN" sz="1400" dirty="0"/>
              <a:t>int id;</a:t>
            </a:r>
          </a:p>
          <a:p>
            <a:pPr marL="0" indent="0">
              <a:buNone/>
            </a:pPr>
            <a:r>
              <a:rPr lang="en-IN" sz="1400" dirty="0"/>
              <a:t>char </a:t>
            </a:r>
            <a:r>
              <a:rPr lang="en-IN" sz="1400" dirty="0" err="1"/>
              <a:t>tiltle</a:t>
            </a:r>
            <a:r>
              <a:rPr lang="en-IN" sz="1400" dirty="0"/>
              <a:t>[50];</a:t>
            </a:r>
          </a:p>
          <a:p>
            <a:pPr marL="0" indent="0">
              <a:buNone/>
            </a:pPr>
            <a:r>
              <a:rPr lang="en-IN" sz="1400" dirty="0"/>
              <a:t>char content[500];</a:t>
            </a:r>
          </a:p>
          <a:p>
            <a:pPr marL="0" indent="0">
              <a:buNone/>
            </a:pPr>
            <a:r>
              <a:rPr lang="en-IN" sz="1400" dirty="0"/>
              <a:t>};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EA11E1-4A75-4B20-3E69-E171C9693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240" y="673240"/>
            <a:ext cx="5137877" cy="375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5D47-CD21-2FCE-B8EC-8326537C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339B-4952-8344-20F7-DA5E6FB3B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526" y="2159726"/>
            <a:ext cx="8915400" cy="377762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600" dirty="0"/>
              <a:t>File(</a:t>
            </a:r>
            <a:r>
              <a:rPr lang="en-IN" sz="1600" b="1" dirty="0"/>
              <a:t>File pointer</a:t>
            </a:r>
            <a:r>
              <a:rPr lang="en-IN" sz="16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Handles file operations </a:t>
            </a:r>
          </a:p>
          <a:p>
            <a:pPr marL="0" indent="0">
              <a:buNone/>
            </a:pPr>
            <a:r>
              <a:rPr lang="en-IN" sz="1600" b="1" dirty="0"/>
              <a:t>Relation to code:</a:t>
            </a:r>
          </a:p>
          <a:p>
            <a:pPr marL="0" indent="0">
              <a:buNone/>
            </a:pPr>
            <a:r>
              <a:rPr lang="en-IN" sz="1600" dirty="0"/>
              <a:t>   FILE *</a:t>
            </a:r>
            <a:r>
              <a:rPr lang="en-IN" sz="1600" dirty="0" err="1"/>
              <a:t>fp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/>
              <a:t>Void (</a:t>
            </a:r>
            <a:r>
              <a:rPr lang="en-IN" sz="1600" b="1" dirty="0"/>
              <a:t>Function Return Type</a:t>
            </a:r>
            <a:r>
              <a:rPr lang="en-IN" sz="16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Used when a function does not return any value</a:t>
            </a:r>
          </a:p>
          <a:p>
            <a:pPr marL="0" indent="0">
              <a:buNone/>
            </a:pPr>
            <a:r>
              <a:rPr lang="en-IN" sz="1600" b="1" dirty="0"/>
              <a:t>Return to code:</a:t>
            </a:r>
          </a:p>
          <a:p>
            <a:pPr marL="0" indent="0">
              <a:buNone/>
            </a:pPr>
            <a:r>
              <a:rPr lang="en-IN" sz="1600" dirty="0"/>
              <a:t>void </a:t>
            </a:r>
            <a:r>
              <a:rPr lang="en-IN" sz="1600" dirty="0" err="1"/>
              <a:t>createnote</a:t>
            </a:r>
            <a:r>
              <a:rPr lang="en-IN" sz="1600" dirty="0"/>
              <a:t> ();</a:t>
            </a:r>
          </a:p>
          <a:p>
            <a:pPr marL="0" indent="0">
              <a:buNone/>
            </a:pPr>
            <a:r>
              <a:rPr lang="en-IN" sz="1600" dirty="0"/>
              <a:t>void </a:t>
            </a:r>
            <a:r>
              <a:rPr lang="en-IN" sz="1600" dirty="0" err="1"/>
              <a:t>viewnotes</a:t>
            </a:r>
            <a:r>
              <a:rPr lang="en-IN" sz="1600" dirty="0"/>
              <a:t> ();</a:t>
            </a:r>
          </a:p>
          <a:p>
            <a:pPr marL="0" indent="0">
              <a:buNone/>
            </a:pPr>
            <a:r>
              <a:rPr lang="en-IN" sz="1600" dirty="0"/>
              <a:t>void </a:t>
            </a:r>
            <a:r>
              <a:rPr lang="en-IN" sz="1600" dirty="0" err="1"/>
              <a:t>deletenote</a:t>
            </a:r>
            <a:r>
              <a:rPr lang="en-IN" sz="1600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val="272943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87EB-023A-5CD9-5D4C-DEA21336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02487"/>
            <a:ext cx="8911687" cy="1280890"/>
          </a:xfrm>
        </p:spPr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E512-31F7-AF66-3372-039366108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983377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The notes application provides an efficient and structed way to create ,store ,view, and delete notes using file-based persistent storage. The application demonstrates fundamental c programming concepts including file handling ,structures , and user input/output. It showcases how basic C programming concepts can be applied to build practical applications and improves understanding of file operations and modular programming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489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02E690-A6E6-5923-742E-4AA1AEC6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FC18DF-15D4-B8BE-3B59-E34A975D9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latin typeface="Algerian" panose="04020705040A02060702" pitchFamily="82" charset="0"/>
              </a:rPr>
              <a:t>THANK YOU</a:t>
            </a:r>
          </a:p>
          <a:p>
            <a:pPr marL="0" indent="0" algn="ctr">
              <a:buNone/>
            </a:pPr>
            <a:r>
              <a:rPr lang="en-IN" sz="2000" dirty="0">
                <a:latin typeface="Abadi" panose="020B0604020104020204" pitchFamily="34" charset="0"/>
                <a:cs typeface="Aharoni" panose="02010803020104030203" pitchFamily="2" charset="-79"/>
              </a:rPr>
              <a:t>                                                                 TEAM MEMBERS</a:t>
            </a:r>
          </a:p>
          <a:p>
            <a:pPr marL="0" indent="0" algn="r">
              <a:buNone/>
            </a:pPr>
            <a:r>
              <a:rPr lang="en-IN" sz="1400" dirty="0">
                <a:latin typeface="Abadi" panose="020B0604020104020204" pitchFamily="34" charset="0"/>
                <a:cs typeface="Aharoni" panose="02010803020104030203" pitchFamily="2" charset="-79"/>
              </a:rPr>
              <a:t>Yedida Joshnika Sudha Rani : 25A31A04F9</a:t>
            </a:r>
          </a:p>
          <a:p>
            <a:pPr marL="0" indent="0" algn="r">
              <a:buNone/>
            </a:pPr>
            <a:r>
              <a:rPr lang="en-IN" sz="1400" dirty="0">
                <a:latin typeface="Abadi" panose="020B0604020104020204" pitchFamily="34" charset="0"/>
                <a:cs typeface="Aharoni" panose="02010803020104030203" pitchFamily="2" charset="-79"/>
              </a:rPr>
              <a:t>Sarella Chandrahas : 25A31A04J0</a:t>
            </a:r>
          </a:p>
          <a:p>
            <a:pPr marL="0" indent="0" algn="r">
              <a:buNone/>
            </a:pPr>
            <a:r>
              <a:rPr lang="en-IN" sz="1400" dirty="0" err="1">
                <a:latin typeface="Abadi" panose="020B0604020104020204" pitchFamily="34" charset="0"/>
                <a:cs typeface="Aharoni" panose="02010803020104030203" pitchFamily="2" charset="-79"/>
              </a:rPr>
              <a:t>Varri</a:t>
            </a:r>
            <a:r>
              <a:rPr lang="en-IN" sz="1400" dirty="0">
                <a:latin typeface="Abadi" panose="020B0604020104020204" pitchFamily="34" charset="0"/>
                <a:cs typeface="Aharoni" panose="02010803020104030203" pitchFamily="2" charset="-79"/>
              </a:rPr>
              <a:t> Vishnu Vardhan : 25A31A04J1</a:t>
            </a:r>
          </a:p>
          <a:p>
            <a:pPr marL="0" indent="0" algn="r">
              <a:buNone/>
            </a:pPr>
            <a:r>
              <a:rPr lang="en-IN" sz="1400" dirty="0">
                <a:latin typeface="Abadi" panose="020B0604020104020204" pitchFamily="34" charset="0"/>
                <a:cs typeface="Aharoni" panose="02010803020104030203" pitchFamily="2" charset="-79"/>
              </a:rPr>
              <a:t>Vedula Venkata Sai Abhiram </a:t>
            </a:r>
            <a:r>
              <a:rPr lang="en-IN" sz="1400">
                <a:latin typeface="Abadi" panose="020B0604020104020204" pitchFamily="34" charset="0"/>
                <a:cs typeface="Aharoni" panose="02010803020104030203" pitchFamily="2" charset="-79"/>
              </a:rPr>
              <a:t>: 25A31A04J2</a:t>
            </a:r>
            <a:endParaRPr lang="en-IN" sz="1400" dirty="0">
              <a:latin typeface="Abadi" panose="020B0604020104020204" pitchFamily="34" charset="0"/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en-IN" sz="1400" dirty="0" err="1">
                <a:latin typeface="Abadi" panose="020B0604020104020204" pitchFamily="34" charset="0"/>
                <a:cs typeface="Aharoni" panose="02010803020104030203" pitchFamily="2" charset="-79"/>
              </a:rPr>
              <a:t>Yedla</a:t>
            </a:r>
            <a:r>
              <a:rPr lang="en-IN" sz="1400" dirty="0">
                <a:latin typeface="Abadi" panose="020B0604020104020204" pitchFamily="34" charset="0"/>
                <a:cs typeface="Aharoni" panose="02010803020104030203" pitchFamily="2" charset="-79"/>
              </a:rPr>
              <a:t> Sanjay Rahul : 25A31A04J3</a:t>
            </a:r>
          </a:p>
          <a:p>
            <a:pPr marL="0" indent="0" algn="ctr">
              <a:buNone/>
            </a:pP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84117444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202</TotalTime>
  <Words>513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Abadi</vt:lpstr>
      <vt:lpstr>Aharoni</vt:lpstr>
      <vt:lpstr>Algerian</vt:lpstr>
      <vt:lpstr>Arial</vt:lpstr>
      <vt:lpstr>Century Gothic</vt:lpstr>
      <vt:lpstr>Wingdings</vt:lpstr>
      <vt:lpstr>Wingdings 3</vt:lpstr>
      <vt:lpstr>Wisp</vt:lpstr>
      <vt:lpstr> NOTES APPLICATION (Create, View, Delete Notes stored in Files)</vt:lpstr>
      <vt:lpstr>INTRODUCTION</vt:lpstr>
      <vt:lpstr>Objectives of the project</vt:lpstr>
      <vt:lpstr>Main Uses :</vt:lpstr>
      <vt:lpstr>FLOWCHART</vt:lpstr>
      <vt:lpstr>Data Types used in the Project: </vt:lpstr>
      <vt:lpstr>How These Datatypes Used In The Project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Gorle</dc:creator>
  <cp:lastModifiedBy>Ramesh Gorle</cp:lastModifiedBy>
  <cp:revision>1</cp:revision>
  <dcterms:created xsi:type="dcterms:W3CDTF">2025-12-22T13:07:01Z</dcterms:created>
  <dcterms:modified xsi:type="dcterms:W3CDTF">2025-12-22T17:35:32Z</dcterms:modified>
</cp:coreProperties>
</file>